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7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image" Target="../media/image10.png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9.png"/><Relationship Id="rId2" Type="http://schemas.openxmlformats.org/officeDocument/2006/relationships/tags" Target="../tags/tag12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image" Target="../media/image11.png"/><Relationship Id="rId10" Type="http://schemas.openxmlformats.org/officeDocument/2006/relationships/tags" Target="../tags/tag18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../media/image13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12.png"/><Relationship Id="rId2" Type="http://schemas.openxmlformats.org/officeDocument/2006/relationships/tags" Target="../tags/tag23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image" Target="../media/image14.png"/><Relationship Id="rId10" Type="http://schemas.openxmlformats.org/officeDocument/2006/relationships/tags" Target="../tags/tag29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604203"/>
            <a:ext cx="9144000" cy="2387600"/>
          </a:xfrm>
        </p:spPr>
        <p:txBody>
          <a:bodyPr/>
          <a:p>
            <a:r>
              <a:rPr lang="en-US" altLang="zh-CN"/>
              <a:t>image Classification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109913"/>
            <a:ext cx="9144000" cy="1655762"/>
          </a:xfrm>
        </p:spPr>
        <p:txBody>
          <a:bodyPr/>
          <a:p>
            <a:r>
              <a:rPr lang="en-US" altLang="zh-CN"/>
              <a:t>Logistic Regression</a:t>
            </a:r>
            <a:r>
              <a:rPr lang="zh-CN" altLang="en-US"/>
              <a:t>，</a:t>
            </a:r>
            <a:r>
              <a:rPr lang="en-US" altLang="zh-CN"/>
              <a:t>Random Forest</a:t>
            </a:r>
            <a:r>
              <a:rPr lang="zh-CN" altLang="en-US"/>
              <a:t>，</a:t>
            </a:r>
            <a:r>
              <a:rPr lang="en-US" altLang="zh-CN"/>
              <a:t>XGBoost</a:t>
            </a:r>
            <a:r>
              <a:rPr lang="zh-CN" altLang="en-US"/>
              <a:t>，</a:t>
            </a:r>
            <a:r>
              <a:rPr lang="en-US" altLang="zh-CN"/>
              <a:t>SVM</a:t>
            </a:r>
            <a:r>
              <a:rPr lang="zh-CN" altLang="en-US"/>
              <a:t>，</a:t>
            </a:r>
            <a:r>
              <a:rPr lang="en-US" altLang="zh-CN"/>
              <a:t>MIL</a:t>
            </a:r>
            <a:r>
              <a:rPr lang="zh-CN" altLang="en-US"/>
              <a:t>，</a:t>
            </a:r>
            <a:r>
              <a:rPr lang="en-US" altLang="zh-CN"/>
              <a:t>MLP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435340" y="4765675"/>
            <a:ext cx="2376805" cy="1426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 </a:t>
            </a:r>
            <a:r>
              <a:rPr lang="en-US" altLang="zh-CN" sz="2000" b="1" i="1"/>
              <a:t>Supervisor: Liu Bo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 i="1"/>
              <a:t> </a:t>
            </a:r>
            <a:endParaRPr lang="en-US" altLang="zh-CN" i="1"/>
          </a:p>
          <a:p>
            <a:r>
              <a:rPr lang="en-US" altLang="zh-CN" i="1"/>
              <a:t> </a:t>
            </a:r>
            <a:r>
              <a:rPr lang="en-US" altLang="zh-CN" sz="2000" b="1" i="1"/>
              <a:t>Date: 2025-10-02</a:t>
            </a:r>
            <a:endParaRPr lang="en-US" altLang="zh-CN" sz="2000" b="1" i="1"/>
          </a:p>
        </p:txBody>
      </p:sp>
      <p:sp>
        <p:nvSpPr>
          <p:cNvPr id="5" name="文本框 4"/>
          <p:cNvSpPr txBox="1"/>
          <p:nvPr/>
        </p:nvSpPr>
        <p:spPr>
          <a:xfrm>
            <a:off x="1491615" y="455993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Student: Nianqi Di 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Jiayi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Yiwen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Junheng Cui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Xuayng Gou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/>
              <a:t>   </a:t>
            </a:r>
            <a:endParaRPr lang="en-US" altLang="zh-CN" sz="2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Logistic Regression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968500"/>
            <a:ext cx="5111750" cy="3197860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68500"/>
            <a:ext cx="5181600" cy="4065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Random Forest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55320" y="1878965"/>
            <a:ext cx="5900420" cy="3591560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78965"/>
            <a:ext cx="5181600" cy="4243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XGBoost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850390"/>
            <a:ext cx="5234305" cy="3658870"/>
          </a:xfrm>
          <a:prstGeom prst="rect">
            <a:avLst/>
          </a:prstGeom>
        </p:spPr>
      </p:pic>
      <p:pic>
        <p:nvPicPr>
          <p:cNvPr id="5" name="内容占位符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50390"/>
            <a:ext cx="5181600" cy="4300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SVM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1856740"/>
            <a:ext cx="5181600" cy="42881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5" y="1856105"/>
            <a:ext cx="5630545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MIL</a:t>
            </a:r>
            <a:endParaRPr lang="en-US" altLang="zh-CN"/>
          </a:p>
        </p:txBody>
      </p:sp>
      <p:pic>
        <p:nvPicPr>
          <p:cNvPr id="14" name="内容占位符 1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0" y="1492250"/>
            <a:ext cx="3454400" cy="251079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609600" y="4526280"/>
            <a:ext cx="3454400" cy="406400"/>
          </a:xfrm>
        </p:spPr>
        <p:txBody>
          <a:bodyPr/>
          <a:p>
            <a:r>
              <a:rPr lang="en-US" altLang="zh-CN"/>
              <a:t>attention </a:t>
            </a:r>
            <a:r>
              <a:rPr lang="en-US" altLang="zh-CN">
                <a:sym typeface="+mn-ea"/>
              </a:rPr>
              <a:t>MIL </a:t>
            </a:r>
            <a:endParaRPr lang="en-US" altLang="zh-CN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09600" y="5085080"/>
            <a:ext cx="3454400" cy="914400"/>
          </a:xfrm>
        </p:spPr>
        <p:txBody>
          <a:bodyPr/>
          <a:p>
            <a:r>
              <a:rPr lang="en-US" altLang="zh-CN"/>
              <a:t>Test F1-score: 0.5910</a:t>
            </a:r>
            <a:endParaRPr lang="en-US" altLang="zh-CN"/>
          </a:p>
          <a:p>
            <a:r>
              <a:rPr lang="en-US" altLang="zh-CN"/>
              <a:t>Test Accuracy: 0.6383</a:t>
            </a:r>
            <a:endParaRPr lang="en-US" altLang="zh-CN"/>
          </a:p>
          <a:p>
            <a:r>
              <a:rPr lang="en-US" altLang="zh-CN"/>
              <a:t>Test Macro-F1: 0.5055</a:t>
            </a:r>
            <a:endParaRPr lang="en-US" altLang="zh-CN"/>
          </a:p>
        </p:txBody>
      </p:sp>
      <p:pic>
        <p:nvPicPr>
          <p:cNvPr id="13" name="内容占位符 12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8800" y="1461770"/>
            <a:ext cx="3454400" cy="257238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4368800" y="4526280"/>
            <a:ext cx="3454400" cy="406400"/>
          </a:xfrm>
        </p:spPr>
        <p:txBody>
          <a:bodyPr/>
          <a:p>
            <a:r>
              <a:rPr lang="en-US" altLang="zh-CN"/>
              <a:t>dsmil </a:t>
            </a:r>
            <a:r>
              <a:rPr lang="en-US" altLang="zh-CN">
                <a:sym typeface="+mn-ea"/>
              </a:rPr>
              <a:t>MIL </a:t>
            </a:r>
            <a:endParaRPr lang="en-US" altLang="zh-CN">
              <a:sym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4368800" y="5085080"/>
            <a:ext cx="3454400" cy="914400"/>
          </a:xfrm>
        </p:spPr>
        <p:txBody>
          <a:bodyPr/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0.5857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</a:t>
            </a:r>
            <a:r>
              <a:rPr lang="en-US" altLang="zh-CN"/>
              <a:t>0.6296</a:t>
            </a:r>
            <a:endParaRPr lang="en-US" altLang="zh-CN"/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/>
              <a:t>0.4997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5" name="内容占位符 14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28000" y="1503680"/>
            <a:ext cx="3454400" cy="2488565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>
          <a:xfrm>
            <a:off x="8128000" y="4526280"/>
            <a:ext cx="3454400" cy="406400"/>
          </a:xfrm>
        </p:spPr>
        <p:txBody>
          <a:bodyPr/>
          <a:p>
            <a:r>
              <a:rPr lang="en-US" altLang="zh-CN"/>
              <a:t>transmil </a:t>
            </a:r>
            <a:r>
              <a:rPr lang="en-US" altLang="zh-CN">
                <a:sym typeface="+mn-ea"/>
              </a:rPr>
              <a:t>MIL </a:t>
            </a:r>
            <a:endParaRPr lang="en-US" altLang="zh-CN">
              <a:sym typeface="+mn-ea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>
          <a:xfrm>
            <a:off x="8128000" y="5085080"/>
            <a:ext cx="3454400" cy="914400"/>
          </a:xfrm>
        </p:spPr>
        <p:txBody>
          <a:bodyPr/>
          <a:p>
            <a:r>
              <a:rPr lang="en-US" altLang="zh-CN">
                <a:sym typeface="+mn-ea"/>
              </a:rPr>
              <a:t>Test F1-score: 0.5502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0.6057</a:t>
            </a:r>
            <a:endParaRPr lang="en-US" altLang="zh-CN"/>
          </a:p>
          <a:p>
            <a:r>
              <a:rPr lang="en-US" altLang="zh-CN">
                <a:sym typeface="+mn-ea"/>
              </a:rPr>
              <a:t>Test Macro-F1: 0.4619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MLP</a:t>
            </a:r>
            <a:endParaRPr lang="en-US" altLang="zh-CN"/>
          </a:p>
        </p:txBody>
      </p:sp>
      <p:pic>
        <p:nvPicPr>
          <p:cNvPr id="12" name="内容占位符 11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0" y="1504950"/>
            <a:ext cx="3454400" cy="25031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609600" y="4535170"/>
            <a:ext cx="3454400" cy="406400"/>
          </a:xfrm>
        </p:spPr>
        <p:txBody>
          <a:bodyPr>
            <a:noAutofit/>
          </a:bodyPr>
          <a:p>
            <a:r>
              <a:rPr lang="en-US" altLang="zh-CN"/>
              <a:t>MLP(MAX)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09600" y="5093970"/>
            <a:ext cx="3454400" cy="9144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0.5830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0.6187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/>
              <a:t>0.5336</a:t>
            </a:r>
            <a:endParaRPr lang="en-US" altLang="zh-CN"/>
          </a:p>
        </p:txBody>
      </p:sp>
      <p:pic>
        <p:nvPicPr>
          <p:cNvPr id="13" name="内容占位符 12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8800" y="1467485"/>
            <a:ext cx="3454400" cy="257873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4368800" y="4535170"/>
            <a:ext cx="3454400" cy="406400"/>
          </a:xfrm>
        </p:spPr>
        <p:txBody>
          <a:bodyPr>
            <a:noAutofit/>
          </a:bodyPr>
          <a:p>
            <a:r>
              <a:rPr lang="en-US" altLang="zh-CN"/>
              <a:t>MLP(MEAN)</a:t>
            </a:r>
            <a:endParaRPr lang="en-US" altLang="zh-CN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4368800" y="5093970"/>
            <a:ext cx="3454400" cy="9144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0.5945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0.5991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/>
              <a:t>0.5515</a:t>
            </a:r>
            <a:endParaRPr lang="en-US" altLang="zh-CN"/>
          </a:p>
        </p:txBody>
      </p:sp>
      <p:pic>
        <p:nvPicPr>
          <p:cNvPr id="14" name="内容占位符 13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28000" y="1452880"/>
            <a:ext cx="3454400" cy="260731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>
          <a:xfrm>
            <a:off x="8128000" y="4535170"/>
            <a:ext cx="3454400" cy="406400"/>
          </a:xfrm>
        </p:spPr>
        <p:txBody>
          <a:bodyPr>
            <a:noAutofit/>
          </a:bodyPr>
          <a:p>
            <a:r>
              <a:rPr lang="en-US" altLang="zh-CN"/>
              <a:t>MLP(MEAN_MAX)</a:t>
            </a:r>
            <a:endParaRPr lang="en-US" altLang="zh-CN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>
          <a:xfrm>
            <a:off x="8128000" y="5093970"/>
            <a:ext cx="3454400" cy="9144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0.5924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</a:t>
            </a:r>
            <a:r>
              <a:rPr lang="en-US" altLang="zh-CN">
                <a:sym typeface="+mn-ea"/>
              </a:rPr>
              <a:t>0.6209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>
                <a:sym typeface="+mn-ea"/>
              </a:rPr>
              <a:t>0.5336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71b13e585248f808c981508bb2a3717542df3d"/>
  <p:tag name="KSO_WM_NEWLAYOUT_ID" val="92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71b13e585248f808c981508bb2a3717542df3d"/>
  <p:tag name="KSO_WM_NEWLAYOUT_ID" val="92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d698ba37fdb9def5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71b13e585248f808c981508bb2a3717542df3d"/>
  <p:tag name="KSO_WM_NEWLAYOUT_ID" val="92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WPS 演示</Application>
  <PresentationFormat>宽屏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image Classification</vt:lpstr>
      <vt:lpstr>Logistic Regression</vt:lpstr>
      <vt:lpstr>Random Forest</vt:lpstr>
      <vt:lpstr>XGBoost</vt:lpstr>
      <vt:lpstr>SVM</vt:lpstr>
      <vt:lpstr>MIL</vt:lpstr>
      <vt:lpstr>MLP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只道寻常</cp:lastModifiedBy>
  <cp:revision>11</cp:revision>
  <dcterms:created xsi:type="dcterms:W3CDTF">2023-08-09T12:44:00Z</dcterms:created>
  <dcterms:modified xsi:type="dcterms:W3CDTF">2025-10-12T06:25:38Z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0AD0A04AA4A9406B937A707A2DDD540F_13</vt:lpwstr>
  </property>
</Properties>
</file>