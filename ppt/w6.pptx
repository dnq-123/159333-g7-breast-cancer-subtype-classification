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1" r:id="rId6"/>
    <p:sldId id="275" r:id="rId7"/>
    <p:sldId id="265" r:id="rId8"/>
    <p:sldId id="266" r:id="rId9"/>
    <p:sldId id="27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2771" autoAdjust="0"/>
  </p:normalViewPr>
  <p:slideViewPr>
    <p:cSldViewPr snapToGrid="0">
      <p:cViewPr varScale="1">
        <p:scale>
          <a:sx n="60" d="100"/>
          <a:sy n="60" d="100"/>
        </p:scale>
        <p:origin x="194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58FEB-3594-4DEE-8154-323CBB8F68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68145" y="203739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Breast Cancer Subtype Classification Based On Gene Expression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– Week6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35340" y="4765675"/>
            <a:ext cx="2376805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</a:t>
            </a:r>
            <a:r>
              <a:rPr lang="en-US" altLang="zh-CN" sz="2000" b="1" i="1"/>
              <a:t>Supervisor: Liu Bo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 i="1"/>
              <a:t> </a:t>
            </a:r>
            <a:endParaRPr lang="en-US" altLang="zh-CN" i="1"/>
          </a:p>
          <a:p>
            <a:r>
              <a:rPr lang="en-US" altLang="zh-CN" i="1"/>
              <a:t> </a:t>
            </a:r>
            <a:r>
              <a:rPr lang="en-US" altLang="zh-CN" sz="2000" b="1" i="1"/>
              <a:t>Date: 2025-08-25 </a:t>
            </a:r>
            <a:endParaRPr lang="en-US" altLang="zh-CN" sz="2000" b="1" i="1"/>
          </a:p>
        </p:txBody>
      </p:sp>
      <p:sp>
        <p:nvSpPr>
          <p:cNvPr id="5" name="文本框 4"/>
          <p:cNvSpPr txBox="1"/>
          <p:nvPr/>
        </p:nvSpPr>
        <p:spPr>
          <a:xfrm>
            <a:off x="1491615" y="45599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Student: Nianqi Di 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Jiayi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Yiwen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Junheng Cui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Xuayng Gou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/>
              <a:t>   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Weekly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421505"/>
          </a:xfrm>
        </p:spPr>
        <p:txBody>
          <a:bodyPr>
            <a:normAutofit/>
          </a:bodyPr>
          <a:lstStyle/>
          <a:p>
            <a:r>
              <a:rPr lang="en-US" altLang="zh-CN" b="1" dirty="0"/>
              <a:t>automatically selected 20 key genes with mRMR;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tuned a XGBoost via RandomizedSearchCV;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used 3-fold stratified CV for robustness;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evaluated and visualized results on a fully independent test set of 214 samples.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Data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4505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Training set: 848  samples × 4224 genes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Test set: 214 samples (independent)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Class distribution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en-US" altLang="zh-CN" sz="2400" dirty="0"/>
              <a:t>Basal-like 37    HER2-enriched 16 Luminal A 98 Luminal B 40 Normal 23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MRMR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703435" cy="3024505"/>
          </a:xfrm>
        </p:spPr>
        <p:txBody>
          <a:bodyPr>
            <a:normAutofit fontScale="25000"/>
          </a:bodyPr>
          <a:lstStyle/>
          <a:p>
            <a:pPr marL="0" indent="0" algn="l">
              <a:buClrTx/>
              <a:buSzTx/>
              <a:buNone/>
            </a:pPr>
            <a:r>
              <a:rPr lang="en-US" altLang="zh-CN" sz="9335" b="1" dirty="0"/>
              <a:t>Pipeline: </a:t>
            </a:r>
            <a:endParaRPr lang="en-US" altLang="zh-CN" sz="9335" b="1" dirty="0"/>
          </a:p>
          <a:p>
            <a:pPr algn="l">
              <a:buClrTx/>
              <a:buSzTx/>
            </a:pPr>
            <a:r>
              <a:rPr lang="en-US" altLang="zh-CN" sz="9335" b="1" dirty="0"/>
              <a:t>mRMR first filters 4,224 genes down to 60-140 key features → XGBoost tunes 7 core hyper-parameters via 3-fold × 40-iteration randomized search → final 1,000-tree refit on full training data </a:t>
            </a:r>
            <a:endParaRPr lang="en-US" altLang="zh-CN" sz="9335" b="1" dirty="0"/>
          </a:p>
          <a:p>
            <a:pPr algn="l">
              <a:buClrTx/>
              <a:buSzTx/>
            </a:pPr>
            <a:r>
              <a:rPr lang="en-US" altLang="zh-CN" sz="9335" b="1" dirty="0"/>
              <a:t>delivers 92 % independent-test accuracy in 3 minutes, plus a Top-20 gene list and a one-click reproducible model bundle.</a:t>
            </a:r>
            <a:endParaRPr lang="en-US" altLang="zh-CN" sz="9335" b="1" dirty="0"/>
          </a:p>
          <a:p>
            <a:endParaRPr lang="en-US" altLang="zh-CN" sz="5600" b="1" dirty="0"/>
          </a:p>
          <a:p>
            <a:pPr marL="0" indent="0">
              <a:buNone/>
            </a:pPr>
            <a:r>
              <a:rPr lang="en-US" altLang="zh-CN" b="1" dirty="0"/>
              <a:t>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010" y="2020570"/>
            <a:ext cx="10515600" cy="483743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b="1" dirty="0"/>
              <a:t>3-fold stratified CV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Best params: 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en-US" altLang="zh-CN" sz="2800" b="1" dirty="0"/>
              <a:t>CV balanced_acc: [0.9405838  0.90409846 0.90938252]</a:t>
            </a:r>
            <a:endParaRPr lang="en-US" altLang="zh-CN" sz="2800" b="1" dirty="0"/>
          </a:p>
          <a:p>
            <a:pPr lvl="1"/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 Hyper-parameter Tuning</a:t>
            </a:r>
            <a:endParaRPr lang="en-US" altLang="zh-CN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10" y="3086735"/>
            <a:ext cx="10780395" cy="1694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836285" cy="4113530"/>
          </a:xfrm>
        </p:spPr>
        <p:txBody>
          <a:bodyPr>
            <a:normAutofit lnSpcReduction="10000"/>
          </a:bodyPr>
          <a:lstStyle/>
          <a:p>
            <a:r>
              <a:rPr lang="en-US" altLang="zh-CN" sz="3200" b="1" dirty="0"/>
              <a:t>Test accuracy: 92 %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457200" lvl="1" indent="0">
              <a:buNone/>
            </a:pPr>
            <a:r>
              <a:rPr lang="en-US" altLang="zh-CN" sz="3200" b="1" dirty="0"/>
              <a:t> </a:t>
            </a:r>
            <a:r>
              <a:rPr lang="en-US" altLang="zh-CN" sz="2800" b="1" dirty="0"/>
              <a:t> </a:t>
            </a: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Result</a:t>
            </a: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5360" y="1284605"/>
            <a:ext cx="6842760" cy="4288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7765" y="202565"/>
            <a:ext cx="6320790" cy="1325880"/>
          </a:xfrm>
        </p:spPr>
        <p:txBody>
          <a:bodyPr>
            <a:normAutofit/>
          </a:bodyPr>
          <a:lstStyle/>
          <a:p>
            <a:r>
              <a:rPr lang="en-US" altLang="zh-CN" b="1" dirty="0">
                <a:sym typeface="+mn-ea"/>
              </a:rPr>
              <a:t>Confusion matrix figure 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7240" y="1122680"/>
            <a:ext cx="7303770" cy="5467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宽屏</PresentationFormat>
  <Paragraphs>63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WPS</vt:lpstr>
      <vt:lpstr>Breast Cancer Subtype Classification Based On Gene Expression  – Week6</vt:lpstr>
      <vt:lpstr>Weekly Overview </vt:lpstr>
      <vt:lpstr>Data Overview </vt:lpstr>
      <vt:lpstr>MRMR</vt:lpstr>
      <vt:lpstr> Hyper-parameter Tuning</vt:lpstr>
      <vt:lpstr>Result</vt:lpstr>
      <vt:lpstr>Confusion matrix figure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Phenix梧烬</dc:creator>
  <cp:lastModifiedBy>只道寻常</cp:lastModifiedBy>
  <cp:revision>12</cp:revision>
  <dcterms:created xsi:type="dcterms:W3CDTF">2023-08-09T12:44:00Z</dcterms:created>
  <dcterms:modified xsi:type="dcterms:W3CDTF">2025-08-25T01:32:18Z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B7831FC958E54117B5B63B4A5C22BFE4_13</vt:lpwstr>
  </property>
  <property fmtid="{D5CDD505-2E9C-101B-9397-08002B2CF9AE}" pid="3" name="KSOProductBuildVer">
    <vt:lpwstr>2052-12.1.0.22529</vt:lpwstr>
  </property>
</Properties>
</file>